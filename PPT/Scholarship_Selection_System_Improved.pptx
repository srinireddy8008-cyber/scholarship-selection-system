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3c51595-461f-6fc9-3631-75522603dde5}">
          <p14:sldIdLst>
            <p14:sldId id="256"/>
          </p14:sldIdLst>
        </p14:section>
        <p14:section name="Problem" id="{8d04c27a-27ac-ce3d-196f-1d5c603b09c0}">
          <p14:sldIdLst>
            <p14:sldId id="257"/>
          </p14:sldIdLst>
        </p14:section>
        <p14:section name="Approach" id="{f27abe87-b4a4-8bb3-1d69-d24e05147fdc}">
          <p14:sldIdLst>
            <p14:sldId id="258"/>
            <p14:sldId id="259"/>
            <p14:sldId id="260"/>
          </p14:sldIdLst>
        </p14:section>
        <p14:section name="Results" id="{0d5de814-4d96-26f4-9e4e-290f716c3c7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547f0046-6e55-02bd-079d-ddb981bba54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Selection System  |  DAA College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Selection System  |  DAA College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011680"/>
            <a:ext cx="2560320" cy="25603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COLLEGE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Selection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scholarship allocation using 0/1 Knapsack Dynamic Programming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21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DOMAIN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361188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3721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Vite, JavaScript + D3.js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61188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3721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0/1 selection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limited scholarship budget across competing student requests.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scholarship budget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has a requested scholarship amount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has a priority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decision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subset of students that maximizes total priority score while keeping total scholarship allocation within the budget.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74904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301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assumption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31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scholarships are not specified, so each decision is all-or-nothing: selected students receive their full requested amount; others receive zero.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0/1 Knapsack + DP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interpretation maps directly to a classic optimization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 decision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student, take the full scholarship or skip the student. No fractional selection.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137160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572768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Overlapping subproblems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student combinations can lead to the same remaining-budget state.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71616" y="137160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572768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021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substructure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solution for a budget state is built from best solutions to smaller states.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813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0507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dp[w] = max( dp[w],  dp[w − amount] + priority 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Workflow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optimization is performed in JavaScript inside the frontend.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15184" cy="1463040"/>
          </a:xfrm>
          <a:prstGeom prst="roundRect">
            <a:avLst>
              <a:gd name="adj" fmla="val 7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0020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305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budget and student inputs.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1417320"/>
            <a:ext cx="2615184" cy="1463040"/>
          </a:xfrm>
          <a:prstGeom prst="roundRect">
            <a:avLst>
              <a:gd name="adj" fmla="val 7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60020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557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65576" y="21305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DP value array for budget states.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15184" cy="1463040"/>
          </a:xfrm>
          <a:prstGeom prst="roundRect">
            <a:avLst>
              <a:gd name="adj" fmla="val 7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60020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278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1305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student, update states from the budget downward.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2615184" cy="1463040"/>
          </a:xfrm>
          <a:prstGeom prst="roundRect">
            <a:avLst>
              <a:gd name="adj" fmla="val 7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2461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776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reconstruction information for selected decisions.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64408" y="3063240"/>
            <a:ext cx="2615184" cy="1463040"/>
          </a:xfrm>
          <a:prstGeom prst="roundRect">
            <a:avLst>
              <a:gd name="adj" fmla="val 7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65576" y="32461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65576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977640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465576" y="3776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backward to recover the selected students.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71616" y="3063240"/>
            <a:ext cx="2615184" cy="1463040"/>
          </a:xfrm>
          <a:prstGeom prst="roundRect">
            <a:avLst>
              <a:gd name="adj" fmla="val 7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32461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72784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272784" y="3776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allocation, remaining budget, priority and DP visualization.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&amp; Scalability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expressed in terms of students n and budget 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× W)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is processed across the budget states.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64408" y="137160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O(W)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VALUE STORAGE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space-optimized 1-D DP value array is used.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137160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× W)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STORAGE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data is stored to recover the selected set.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Large-budget handling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stays exact at rupee-level states. The visualization adapts its display density for large budgets instead of rounding or approximating the algorithm.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client-side application with no backend or database.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/ name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amount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51760" y="2240280"/>
            <a:ext cx="411480" cy="36576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3716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1965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DP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15000" y="2240280"/>
            <a:ext cx="411480" cy="36576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3716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965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students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totals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40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visualizes DP results and reconstruction steps, handling large budgets without rendering every rupee as an individual table cell.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documents and implements the following functionality.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71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remove student scholarship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371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validate the total scholarship budget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exact 0/1 Knapsack optimization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5000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selected student set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17296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total allocation, remaining budget and priority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17296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DP results and reconstruction steps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99592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visualization for large budgets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99592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edge-case handling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Visualization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make the DP decision process explainable in a demo or viva.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 State 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states show the best priority achievable at each state.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budgets: a detailed DP table.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budgets: states are sampled or summarized while computation stays exact.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371600"/>
          <a:ext cx="47091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25780"/>
                <a:gridCol w="525780"/>
                <a:gridCol w="525780"/>
                <a:gridCol w="525780"/>
                <a:gridCol w="525780"/>
                <a:gridCol w="525780"/>
                <a:gridCol w="525780"/>
                <a:gridCol w="5257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CA3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977640" y="3200400"/>
            <a:ext cx="4709160" cy="13716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06240" y="3310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trace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3657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result is traced back through stored decisions to explain why each selected student was included.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Verification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algorithm tests and scalability checks are included.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checks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90195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591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cases, boundary cases and randomized comparison against brute-force behavior.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build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190195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3591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Vite production build completes successfully for deployment-ready assets.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edge cases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budget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20240" y="374904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20240" y="3749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selectable students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374904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0520" y="3749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optimal selections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7490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above budget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budgets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65960" y="42062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9659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amounts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Structure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is intentionally simple and self-contained.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883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2062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691640" y="4206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91640" y="42062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137160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 STRUCTURE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18745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src/algorithm/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knapsack.js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knapsack.test.js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validation.js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DpTable.jsx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src/data/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sampleStudents.js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src/visualization/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dpTable.js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profile.js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 • main.jsx • app.css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Demo 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41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sequence showing both functionality and the DAA concepts.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680960" cy="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data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200400"/>
            <a:ext cx="107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budget and student records.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12848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28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47088" y="246888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56816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optimization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56816" y="3200400"/>
            <a:ext cx="107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exact DP-based allocation.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02736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027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6976" y="246888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46704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result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46704" y="3200400"/>
            <a:ext cx="107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selected students, allocation and priority.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92624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926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26864" y="246888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36592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DP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36592" y="3200400"/>
            <a:ext cx="107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visualization to explain state updates.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82512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8251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16752" y="246888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200400"/>
            <a:ext cx="107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how the selected set was recovered.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0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06640" y="246888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16368" y="2578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complexity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16368" y="3200400"/>
            <a:ext cx="107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O(n × W) time and reconstruction storage.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→ exact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scholarship-allocation problem into an exact 0/1 Knapsack optimization task.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5448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priority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maximizes total priority within budget; reconstruction recovers the chosen students.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55448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468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interface makes inputs, outputs and internal DP behavior easy to demonstrate and explain.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160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srinireddy8008-cyber / Scholarship-Selection-System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larship">
  <a:themeElements>
    <a:clrScheme name="Scholarship">
      <a:dk1>
        <a:srgbClr val="1F2937"/>
      </a:dk1>
      <a:lt1>
        <a:srgbClr val="FFFFFF"/>
      </a:lt1>
      <a:dk2>
        <a:srgbClr val="14213D"/>
      </a:dk2>
      <a:lt2>
        <a:srgbClr val="F1F4FA"/>
      </a:lt2>
      <a:accent1>
        <a:srgbClr val="FCA311"/>
      </a:accent1>
      <a:accent2>
        <a:srgbClr val="2A9D8F"/>
      </a:accent2>
      <a:accent3>
        <a:srgbClr val="14213D"/>
      </a:accent3>
      <a:accent4>
        <a:srgbClr val="64748B"/>
      </a:accent4>
      <a:accent5>
        <a:srgbClr val="E76F51"/>
      </a:accent5>
      <a:accent6>
        <a:srgbClr val="3D5A99"/>
      </a:accent6>
      <a:hlink>
        <a:srgbClr val="3D5A99"/>
      </a:hlink>
      <a:folHlink>
        <a:srgbClr val="64748B"/>
      </a:folHlink>
    </a:clrScheme>
    <a:fontScheme name="Scholarshi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Scholarship Selection System</dc:title>
  <dc:subject>PptxGenJS Presentation</dc:subject>
  <dc:creator>PptxGenJS</dc:creator>
  <cp:lastModifiedBy>PptxGenJS</cp:lastModifiedBy>
  <cp:revision>1</cp:revision>
  <dcterms:created xsi:type="dcterms:W3CDTF">2026-10-02T14:23:57Z</dcterms:created>
  <dcterms:modified xsi:type="dcterms:W3CDTF">2026-10-02T14:23:57Z</dcterms:modified>
</cp:coreProperties>
</file>